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"/>
            <a:ext cx="1371600" cy="137160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200400"/>
            <a:ext cx="914400" cy="91440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0" y="13716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</a:rPr>
              <a:t>🤖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RoboReviews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1168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review chaos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clear decisions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· Clustering · Recommendation Articles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Capstone Project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560320" cy="1828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34K+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Reviews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822960"/>
            <a:ext cx="2377440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914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200400" y="17830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52160" y="822960"/>
            <a:ext cx="2834640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52160" y="9144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5852160" y="17830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Business-friendly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meta-categories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32461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products accumulate thousands of reviews — far too many for any team to read manually. RoboReviews solves this with a three-stage NLP pipeline: sentiment labels are derived automatically from star ratings (no manual labeling), recurring themes are surfaced via clustering, and GenAI generates actionable recommendation articles for non-technical stakeholders.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— One Pipeline, Three Models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27432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955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Classifier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+ DistilBERT fine-tuning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each review as positive, neutral, or negative using TF-IDF logistic regression as a benchmark, then improves with DistilBERT transformer fine-tuning.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77724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777240"/>
            <a:ext cx="2743200" cy="5029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7955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83280" y="1417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Clustering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83280" y="1828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+ UMAP + HDBSCAN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219456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reviews with sentence transformers, reduces dimensions with UMAP, then clusters with HDBSCAN to discover recurring product themes automatically.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77724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777240"/>
            <a:ext cx="27432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7955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09360" y="1417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Summarization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09360" y="1828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Articles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219456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cluster insights into readable markdown and JSON recommendation articles — ready for a business team to act on immediately.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20040" y="47548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Raw reviews → structured insight → actionable deliverable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Preprocessing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3716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45920" y="777240"/>
            <a:ext cx="37490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83080" y="7772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Product Reviews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435608"/>
            <a:ext cx="13716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3560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rows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45920" y="1435608"/>
            <a:ext cx="3749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83080" y="143560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34,660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093976"/>
            <a:ext cx="13716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09397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45920" y="2093976"/>
            <a:ext cx="37490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83080" y="209397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34,626 rows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752344"/>
            <a:ext cx="13716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752344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split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45920" y="2752344"/>
            <a:ext cx="3749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83080" y="275234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27,700 reviews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410712"/>
            <a:ext cx="13716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41071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split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45920" y="3410712"/>
            <a:ext cx="37490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83080" y="341071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6,926 reviews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069080"/>
            <a:ext cx="13716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0690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mapping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45920" y="4069080"/>
            <a:ext cx="3749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83080" y="40690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1–2★ → Negative · 3★ → Neutral · 4–5★ → Positive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77840" y="74980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4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97280"/>
            <a:ext cx="3383280" cy="2834640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11480" y="468172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Class imbalance: Positive class dominates — minority classes (neutral/negative) are harder to classify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— Sentiment Classification: Approach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206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4206240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9552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TF-IDF + Logistic Regression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228600" cy="2286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630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text to term-frequency matrix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228600" cy="2286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945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for multi-class classification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228600" cy="2286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92608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training — establishes a performance benchmark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228600" cy="2286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6576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87.96% | Weighted F1: 0.897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46320" y="777240"/>
            <a:ext cx="4206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777240"/>
            <a:ext cx="42062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79552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Transformer: DistilBERT Fine-Tuning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83480" y="1508760"/>
            <a:ext cx="228600" cy="2286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14630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vast text corpora with attention mechanism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983480" y="2240280"/>
            <a:ext cx="228600" cy="2286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21945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context and semantic relationships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983480" y="2971800"/>
            <a:ext cx="228600" cy="2286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292608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our Amazon review dataset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983480" y="3703320"/>
            <a:ext cx="228600" cy="2286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36576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minority class handling (neutral/negative)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251960" y="1371600"/>
            <a:ext cx="640080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2834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20040" y="47548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constraint: class imbalance means minority classes (neutral, negative) are underrepresented in training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— Sentiment Classification: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1920240" cy="1371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4124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87.96%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508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Accuracy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Logistic Regression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50592" y="749808"/>
            <a:ext cx="1920240" cy="1371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84124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0.897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50592" y="1508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50592" y="18288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 Score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26864" y="749808"/>
            <a:ext cx="1920240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84124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Better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26864" y="1508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Accuracy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26864" y="18288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over-prediction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03136" y="749808"/>
            <a:ext cx="1920240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03136" y="84124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Improved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803136" y="1508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Minority Classes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03136" y="18288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false positives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2286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Confusion Matrix</a:t>
            </a:r>
            <a:endParaRPr lang="en-US" sz="13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606040"/>
            <a:ext cx="4114800" cy="237744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754880" y="2286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Confusion Matrix</a:t>
            </a:r>
            <a:endParaRPr lang="en-US" sz="13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606040"/>
            <a:ext cx="411480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— Clustering: Approach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841248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📄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01752" y="162763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Text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" y="2194560"/>
            <a:ext cx="1417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Amazon review text input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01368" y="173736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984248" y="749808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84248" y="841248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🔢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057400" y="162763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Embeddings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57400" y="2194560"/>
            <a:ext cx="1417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 sentence vector representations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57016" y="173736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739896" y="749808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39896" y="841248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📉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813048" y="162763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 Reduction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13048" y="2194560"/>
            <a:ext cx="1417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High-dim → 2D for visualization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12664" y="173736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95544" y="749808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95544" y="841248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🔵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568696" y="162763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 Clusters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68696" y="2194560"/>
            <a:ext cx="1417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Noise-tolerant density clustering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68312" y="173736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251192" y="749808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51192" y="841248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🏷️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324344" y="162763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Meta-Categories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24344" y="2194560"/>
            <a:ext cx="1417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interpretable product themes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41605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Meta-Categories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74320" y="4526280"/>
            <a:ext cx="16002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52628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Quality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048256" y="4526280"/>
            <a:ext cx="16002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48256" y="452628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/ Usability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822192" y="4526280"/>
            <a:ext cx="16002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22192" y="452628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596128" y="4526280"/>
            <a:ext cx="16002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96128" y="452628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370064" y="4526280"/>
            <a:ext cx="16002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70064" y="452628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/ Packaging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— Clustering: UMAP Visualization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502920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77840" y="822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532120" y="1325880"/>
            <a:ext cx="33832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596128" y="1399032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🏝️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035040" y="13716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 reveals distinct 'islands' of meaning in review space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532120" y="2029968"/>
            <a:ext cx="33832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596128" y="2103120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035040" y="207568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 identifies noise points — reviews that don't belong to any clear theme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532120" y="2734056"/>
            <a:ext cx="33832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596128" y="2807208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🏷️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035040" y="277977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cluster mapped to a business-meaningful category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532120" y="3438144"/>
            <a:ext cx="33832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596128" y="3511296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035040" y="348386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extracted per cluster to validate theme interpretation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532120" y="4142232"/>
            <a:ext cx="33832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596128" y="4215384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035040" y="418795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verified with 1–2 example reviews per meta-category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 — GenAI Summarization → Recommendation Articles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4124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Produces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453896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4356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37160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68249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Best-rated items with key differentiators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167128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2322576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3042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224028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Complaints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55117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issues per product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3035808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3191256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1729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🚫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310896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Product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41985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avoid and why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3904488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" y="4059936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40416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397764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428853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recommendation_articles.md + .json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63440" y="749808"/>
            <a:ext cx="4206240" cy="42062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8229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recommendation_articles.md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1170432"/>
            <a:ext cx="42062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28016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Quality
</a:t>
            </a:r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people like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(988 reviews)
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tablet, great, kindle, price, love, easy
</a:t>
            </a:r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 / Usability 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complaints 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(80 reviews)
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tablet, amazon, kindle, use, apps
</a:t>
            </a:r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Example review
</a:t>
            </a:r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"This is a really great tablet me and my kids love it."
</a:t>
            </a:r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Compatibility 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people like 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(113 reviews)
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tv, amazon, stick, love, great, streaming device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33272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332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987552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end-to-end NLP pipeline on 34.6K cleaned Amazon reviews — from raw text to actionable report.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78308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TF-IDF + Logistic Regression achieves 87.96% accuracy — a strong benchmark for the majority class.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624328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243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578608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fine-tuning improves minority class handling (neutral/negative) and reduces false positives.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419856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198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374136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 + HDBSCAN clustering surfaces recurring themes — no manual sentiment labeling; clusters interpreted into business-friendly meta-categories.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4215384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153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169664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summarization converts those themes into a deliverable any business team can act on immediately.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Plan — Live Walkthrough (2 Minutes)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2743200" cy="406908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49808"/>
            <a:ext cx="27432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📋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75564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6654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 Review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2542032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any Amazon review text into the web interface and trigger sentiment analysis with confidence score.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46120" y="749808"/>
            <a:ext cx="27432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749808"/>
            <a:ext cx="27432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9601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🔍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383280" y="175564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06654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Clusters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29000" y="2542032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meta-category to view theme keywords and representative example reviews from that cluster.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749808"/>
            <a:ext cx="2743200" cy="406908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749808"/>
            <a:ext cx="27432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9601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📄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309360" y="175564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206654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Article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55080" y="2542032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'Generate Article' to produce the final recommendation article — showing the full end-to-end pipeline live.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74320" y="4736592"/>
            <a:ext cx="85953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7365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bar: a working webpage/app where sentiment, clusters, and articles are visible or interactive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RoboReviews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· Clustering · Recommendation Articles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3493008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RoboReviews</dc:title>
  <dc:subject>PptxGenJS Presentation</dc:subject>
  <dc:creator>RoboReviews Team</dc:creator>
  <cp:lastModifiedBy>RoboReviews Team</cp:lastModifiedBy>
  <cp:revision>1</cp:revision>
  <dcterms:created xsi:type="dcterms:W3CDTF">2026-02-20T04:12:52Z</dcterms:created>
  <dcterms:modified xsi:type="dcterms:W3CDTF">2026-02-20T04:12:52Z</dcterms:modified>
</cp:coreProperties>
</file>